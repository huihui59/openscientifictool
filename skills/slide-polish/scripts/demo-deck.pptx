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可解释的幸福感变异(%)</c:v>
                </c:pt>
              </c:strCache>
            </c:strRef>
          </c:tx>
          <c:spPr>
            <a:solidFill>
              <a:srgbClr val="928F80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EDE4"/>
                    </a:solidFill>
                    <a:latin typeface="Noto Sans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28F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28F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B3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戴眼镜</c:v>
                  </c:pt>
                  <c:pt idx="1">
                    <c:v>吃土豆</c:v>
                  </c:pt>
                  <c:pt idx="2">
                    <c:v>数字技术使用</c:v>
                  </c:pt>
                  <c:pt idx="3">
                    <c:v>遭受欺凌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</c:v>
                </c:pt>
                <c:pt idx="1">
                  <c:v>0.4</c:v>
                </c:pt>
                <c:pt idx="2">
                  <c:v>0.4</c:v>
                </c:pt>
                <c:pt idx="3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0EDE4"/>
                  </a:solidFill>
                  <a:latin typeface="Noto Sans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0EDE4"/>
                </a:solidFill>
                <a:latin typeface="Noto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39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28F80"/>
                </a:solidFill>
                <a:latin typeface="Noto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937760" cy="4937760"/>
          </a:xfrm>
          <a:prstGeom prst="ellipse">
            <a:avLst/>
          </a:prstGeom>
          <a:solidFill>
            <a:srgbClr val="1C1D1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C9A22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3268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组会分享 · 研究现状汇报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社交媒体使用</a:t>
            </a:r>
            <a:endParaRPr lang="en-US" sz="4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与青少年心理健康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——「小效应」还是「大警报」?一场仍在进行的学术争论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54864" cy="868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5349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汇报人 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___(你的名字)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___(院系 · 方向)     ___(日期)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0" b="1" dirty="0">
                <a:ln w="12700">
                  <a:solidFill>
                    <a:srgbClr val="C9A227"/>
                  </a:solidFill>
                </a:ln>
                <a:solidFill>
                  <a:srgbClr val="1C1D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6309360" y="312724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2651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争论从哪来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656832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同一批数据,两派结论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 争论从哪来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两派观点:警报派 vs 谨慎派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B3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「大警报」派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代表:Twenge et al. (2018)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538728"/>
            <a:ext cx="109728" cy="109728"/>
          </a:xfrm>
          <a:prstGeom prst="ellipse">
            <a:avLst/>
          </a:prstGeom>
          <a:solidFill>
            <a:srgbClr val="D9B33A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429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iGen 世代抑郁与自伤指标上升,时间上与智能手机普及同步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379976"/>
            <a:ext cx="109728" cy="109728"/>
          </a:xfrm>
          <a:prstGeom prst="ellipse">
            <a:avLst/>
          </a:prstGeom>
          <a:solidFill>
            <a:srgbClr val="D9B3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2702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屏幕时间越长,幸福感指标越差(横断面相关)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221224"/>
            <a:ext cx="109728" cy="109728"/>
          </a:xfrm>
          <a:prstGeom prst="ellipse">
            <a:avLst/>
          </a:prstGeom>
          <a:solidFill>
            <a:srgbClr val="D9B33A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11149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主张:立即限制青少年屏幕时间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01384" y="210312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「小效应」派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21424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代表:Orben &amp; Przybylski (2019)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48856" y="353872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104888" y="3429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效应量极小,仅解释幸福感变异的约 0.4%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48856" y="437997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2702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分析自由度太大:同一数据可跑出上万种规格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48856" y="52212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104888" y="511149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主张:先把测量与因果做扎实,再谈干预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769864" y="3767328"/>
            <a:ext cx="640080" cy="640080"/>
          </a:xfrm>
          <a:prstGeom prst="ellipse">
            <a:avLst/>
          </a:prstGeom>
          <a:solidFill>
            <a:srgbClr val="13140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3767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 关键证据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把「效应量」摊开来看有多小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数字技术使用可解释的青少年幸福感变异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0.4</a:t>
            </a:r>
            <a:pPr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%</a:t>
            </a:r>
            <a:endParaRPr lang="en-US" sz="11600" dirty="0"/>
          </a:p>
        </p:txBody>
      </p:sp>
      <p:sp>
        <p:nvSpPr>
          <p:cNvPr id="8" name="Text 6"/>
          <p:cNvSpPr/>
          <p:nvPr/>
        </p:nvSpPr>
        <p:spPr>
          <a:xfrm>
            <a:off x="68580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来源:Orben &amp; Przybylski (2019). Nature Human Behaviour, 3, 173-182.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57800" cy="987552"/>
          </a:xfrm>
          <a:prstGeom prst="roundRect">
            <a:avLst>
              <a:gd name="adj" fmla="val 9259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8816" y="271576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286000"/>
            <a:ext cx="4617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 戴眼镜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与幸福感的负关联,和屏幕使用体量相当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3456432"/>
            <a:ext cx="5257800" cy="987552"/>
          </a:xfrm>
          <a:prstGeom prst="roundRect">
            <a:avLst>
              <a:gd name="adj" fmla="val 9259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8816" y="38862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456432"/>
            <a:ext cx="4617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≈ 吃土豆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食用土豆与幸福感的关联也差不多大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4626864"/>
            <a:ext cx="5257800" cy="987552"/>
          </a:xfrm>
          <a:prstGeom prst="roundRect">
            <a:avLst>
              <a:gd name="adj" fmla="val 9259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50566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4626864"/>
            <a:ext cx="4617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被欺凌 · 睡眠不足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这些因素的影响远大于屏幕时间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 关键证据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现有证据的四个局限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957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35608" y="2340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横断面居多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35608" y="2880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相关不等于因果:是社媒导致低落,还是低落的人更刷社媒?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21031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23957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04888" y="23408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屏幕时间靠自报告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04888" y="2880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自报告与手机日志实测相差可达数小时,测量误差巨大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4531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5608" y="4398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分析自由度太大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35608" y="4937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同一数据换一种变量组合,能跑出方向相反的结论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41605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C1D15"/>
          </a:solidFill>
          <a:ln w="12700">
            <a:solidFill>
              <a:srgbClr val="3A39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44531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40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04888" y="4398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平均效应掩盖个体差异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04888" y="4937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总体近零不代表对每个孩子都近零,高危亚群可能被平均掉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 下一步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后续工作计划(供组会讨论)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3931920"/>
            <a:ext cx="9811512" cy="0"/>
          </a:xfrm>
          <a:prstGeom prst="line">
            <a:avLst/>
          </a:prstGeom>
          <a:noFill/>
          <a:ln w="19050">
            <a:solidFill>
              <a:srgbClr val="3A39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3831336"/>
            <a:ext cx="201168" cy="201168"/>
          </a:xfrm>
          <a:prstGeom prst="ellipse">
            <a:avLst/>
          </a:prstGeom>
          <a:solidFill>
            <a:srgbClr val="1C1D15"/>
          </a:solidFill>
          <a:ln w="15875">
            <a:solidFill>
              <a:srgbClr val="3A3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18288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文献补齐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-182880" y="4251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把两派近三年新证据读完建档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3776" y="3776472"/>
            <a:ext cx="310896" cy="310896"/>
          </a:xfrm>
          <a:prstGeom prst="ellipse">
            <a:avLst/>
          </a:prstGeom>
          <a:solidFill>
            <a:srgbClr val="C9A227"/>
          </a:solidFill>
          <a:ln w="15875">
            <a:solidFill>
              <a:srgbClr val="D9B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7624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数据申请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87624" y="4251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申请 UKHLS 面板数据使用权限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29144" y="3831336"/>
            <a:ext cx="201168" cy="201168"/>
          </a:xfrm>
          <a:prstGeom prst="ellipse">
            <a:avLst/>
          </a:prstGeom>
          <a:solidFill>
            <a:srgbClr val="1C1D15"/>
          </a:solidFill>
          <a:ln w="15875">
            <a:solidFill>
              <a:srgbClr val="3A3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8128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模型与预注册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8128" y="4251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固定效应模型,分析方案先预注册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899648" y="3831336"/>
            <a:ext cx="201168" cy="201168"/>
          </a:xfrm>
          <a:prstGeom prst="ellipse">
            <a:avLst/>
          </a:prstGeom>
          <a:solidFill>
            <a:srgbClr val="1C1D15"/>
          </a:solidFill>
          <a:ln w="15875">
            <a:solidFill>
              <a:srgbClr val="3A3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ED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组会汇报结果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28632" y="4251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带初步结果回组会讨论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时间节点:___(待与导师确认后填写)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b="1" dirty="0">
                <a:solidFill>
                  <a:srgbClr val="C9A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463040" y="2286000"/>
            <a:ext cx="9235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以现有证据的体量,数字技术使用对青少年幸福感的解释力,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还不足以支撑当下的政策恐慌。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4754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据 Orben &amp; Przybylski (2019) 结论意译,原文见 Nature Human Behaviour, 3, 173-182.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 证据地图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三项关键研究横向比较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B3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研究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B3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B3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方法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9B3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核心结论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D1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ED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Twenge et al. 2018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MtF + YRBSS(横断面)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相关分析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ED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屏幕时间与抑郁指标正相关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ED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Orben &amp; Przybylski 2019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三大数据集,N≈35.5 万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规格曲线分析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3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仅解释幸福感变异约 0.4%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ED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Orben, Dienlin &amp; Przybylski 2019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UKHLS 面板,N≈1.2 万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28F8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纵向交叉滞后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ED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双向效应皆极小</a:t>
                      </a:r>
                      <a:endParaRPr lang="en-US" sz="11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0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缩写:MtF=Monitoring the Future;YRBSS=Youth Risk Behavior Surveillance System;UKHLS=UK Household Longitudinal Study(英国家庭纵向研究)。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35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754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 证据地图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969264"/>
            <a:ext cx="11055096" cy="0"/>
          </a:xfrm>
          <a:prstGeom prst="line">
            <a:avLst/>
          </a:prstGeom>
          <a:noFill/>
          <a:ln w="9525">
            <a:solidFill>
              <a:srgbClr val="3A3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和日常因素放在同一把尺上比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01168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注:据 Orben &amp; Przybylski (2019) 的效应对比示意重绘,精确数值以原文为准。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4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1C1D15"/>
          </a:solidFill>
          <a:ln/>
        </p:spPr>
      </p:sp>
      <p:sp>
        <p:nvSpPr>
          <p:cNvPr id="3" name="Shape 1"/>
          <p:cNvSpPr/>
          <p:nvPr/>
        </p:nvSpPr>
        <p:spPr>
          <a:xfrm>
            <a:off x="5993892" y="160020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94560"/>
            <a:ext cx="9418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效应是小的,争论是真的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0ED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——测量先行,再谈干预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28F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欢迎各位老师同学讨论指正 · 联系方式:___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9144" y="6309360"/>
            <a:ext cx="274320" cy="274320"/>
          </a:xfrm>
          <a:prstGeom prst="ellipse">
            <a:avLst/>
          </a:prstGeom>
          <a:solidFill>
            <a:srgbClr val="1C1D15"/>
          </a:solidFill>
          <a:ln w="9525">
            <a:solidFill>
              <a:srgbClr val="3A3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9144" y="6309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B3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slide-polish demo · 研究现状汇报</dc:title>
  <dc:subject>PptxGenJS Presentation</dc:subject>
  <dc:creator>PptxGenJS</dc:creator>
  <cp:lastModifiedBy>PptxGenJS</cp:lastModifiedBy>
  <cp:revision>1</cp:revision>
  <dcterms:created xsi:type="dcterms:W3CDTF">2026-07-10T03:08:28Z</dcterms:created>
  <dcterms:modified xsi:type="dcterms:W3CDTF">2026-07-10T03:08:28Z</dcterms:modified>
</cp:coreProperties>
</file>